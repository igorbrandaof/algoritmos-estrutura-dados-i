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Sistema de Atendimento Bancário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Algoritmos e Estrutura de Dados I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Engenharia de Software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Aluno: [preencher]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Objetivo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Simular atendimento bancário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Organizar clientes normais e prioritários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Demonstrar TADs, FIFO, LIFO e complexidade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Entregável 1 — Modularização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Funções reutilizáveis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Fatorial, Fibonacci e busca binária recursivos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Parâmetros imutáveis e objetos mutáveis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Entregável 2 — Conta Bancária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Interface: inserir, buscar, remover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Vetor de capacidade fixa vs nós encadeados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Encapsulamento de saldo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Entregável 3 — Listas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Lista sequencial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Lista simplesmente encadeada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Lista dupla e circular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Entregável 4 — Pilhas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Implementações com vetor e nós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Operações push, pop, topo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Aplicação: balanceamento de delimitadores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Entregável 5 — Filas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Fila circular e fila encadeada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FIFO e prioridade estrita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Simulação de atendimento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Arquitetura do projeto final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Cliente → fila normal ou prioritária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Atendimento → lista de histórico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Pilha → desfazer último atendimento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Complexidade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Cadastro: O(1)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Atendimento: O(1)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Desfazer: O(1)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Busca no histórico: O(n)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Demonstração prática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Cadastrar Ana (normal), Bia (prioritária) e Caio (normal)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Atender Bia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Consultar histórico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Desfazer e atender novamente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Testes e limitações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6 suítes automatizadas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Prioridade estrita pode causar espera prolongada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Dados somente em memória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Cadastro invalida desfazer anterior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D18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94360"/>
            <a:ext cx="1078992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F2F6FF"/>
                </a:solidFill>
              </a:rPr>
              <a:t>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42416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Aplicação prática de modularização e TADs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Comparação entre vetores e estruturas encadeadas</a:t>
            </a:r>
          </a:p>
          <a:p>
            <a:pPr>
              <a:spcAft>
                <a:spcPts val="1800"/>
              </a:spcAft>
              <a:defRPr sz="2300">
                <a:solidFill>
                  <a:srgbClr val="C4DDEF"/>
                </a:solidFill>
              </a:defRPr>
            </a:pPr>
            <a:r>
              <a:t>• Evoluções: persistência e política de prioridade justa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698480" y="6428232"/>
            <a:ext cx="914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